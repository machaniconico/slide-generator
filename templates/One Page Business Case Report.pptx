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Inter Ultra-Bold" charset="1" panose="02000503000000020004"/>
      <p:regular r:id="rId8"/>
    </p:embeddedFont>
    <p:embeddedFont>
      <p:font typeface="Canva Sans Bold" charset="1" panose="020B0803030501040103"/>
      <p:regular r:id="rId9"/>
    </p:embeddedFont>
    <p:embeddedFont>
      <p:font typeface="Canva Sans" charset="1" panose="020B05030305010401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3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703200">
            <a:off x="-4168930" y="1937183"/>
            <a:ext cx="7524184" cy="1616809"/>
          </a:xfrm>
          <a:custGeom>
            <a:avLst/>
            <a:gdLst/>
            <a:ahLst/>
            <a:cxnLst/>
            <a:rect r="r" b="b" t="t" l="l"/>
            <a:pathLst>
              <a:path h="1616809" w="7524184">
                <a:moveTo>
                  <a:pt x="0" y="0"/>
                </a:moveTo>
                <a:lnTo>
                  <a:pt x="7524184" y="0"/>
                </a:lnTo>
                <a:lnTo>
                  <a:pt x="7524184" y="1616808"/>
                </a:lnTo>
                <a:lnTo>
                  <a:pt x="0" y="16168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7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03200">
            <a:off x="-782904" y="6546447"/>
            <a:ext cx="5294102" cy="1137605"/>
          </a:xfrm>
          <a:custGeom>
            <a:avLst/>
            <a:gdLst/>
            <a:ahLst/>
            <a:cxnLst/>
            <a:rect r="r" b="b" t="t" l="l"/>
            <a:pathLst>
              <a:path h="1137605" w="5294102">
                <a:moveTo>
                  <a:pt x="0" y="0"/>
                </a:moveTo>
                <a:lnTo>
                  <a:pt x="5294101" y="0"/>
                </a:lnTo>
                <a:lnTo>
                  <a:pt x="5294101" y="1137605"/>
                </a:lnTo>
                <a:lnTo>
                  <a:pt x="0" y="11376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7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86552">
            <a:off x="2740026" y="8953523"/>
            <a:ext cx="6480270" cy="1392491"/>
          </a:xfrm>
          <a:custGeom>
            <a:avLst/>
            <a:gdLst/>
            <a:ahLst/>
            <a:cxnLst/>
            <a:rect r="r" b="b" t="t" l="l"/>
            <a:pathLst>
              <a:path h="1392491" w="6480270">
                <a:moveTo>
                  <a:pt x="0" y="0"/>
                </a:moveTo>
                <a:lnTo>
                  <a:pt x="6480270" y="0"/>
                </a:lnTo>
                <a:lnTo>
                  <a:pt x="6480270" y="1392491"/>
                </a:lnTo>
                <a:lnTo>
                  <a:pt x="0" y="1392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71"/>
            </a:stretch>
          </a:blipFill>
        </p:spPr>
      </p:sp>
      <p:grpSp>
        <p:nvGrpSpPr>
          <p:cNvPr name="Group 5" id="5"/>
          <p:cNvGrpSpPr/>
          <p:nvPr/>
        </p:nvGrpSpPr>
        <p:grpSpPr>
          <a:xfrm rot="303200">
            <a:off x="-374628" y="-656814"/>
            <a:ext cx="5252382" cy="7423861"/>
            <a:chOff x="0" y="0"/>
            <a:chExt cx="812800" cy="1148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148834"/>
            </a:xfrm>
            <a:custGeom>
              <a:avLst/>
              <a:gdLst/>
              <a:ahLst/>
              <a:cxnLst/>
              <a:rect r="r" b="b" t="t" l="l"/>
              <a:pathLst>
                <a:path h="114883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48834"/>
                  </a:lnTo>
                  <a:lnTo>
                    <a:pt x="0" y="1148834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16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5686552">
            <a:off x="-1352360" y="3737893"/>
            <a:ext cx="8552924" cy="1837866"/>
          </a:xfrm>
          <a:custGeom>
            <a:avLst/>
            <a:gdLst/>
            <a:ahLst/>
            <a:cxnLst/>
            <a:rect r="r" b="b" t="t" l="l"/>
            <a:pathLst>
              <a:path h="1837866" w="8552924">
                <a:moveTo>
                  <a:pt x="0" y="0"/>
                </a:moveTo>
                <a:lnTo>
                  <a:pt x="8552923" y="0"/>
                </a:lnTo>
                <a:lnTo>
                  <a:pt x="8552923" y="1837866"/>
                </a:lnTo>
                <a:lnTo>
                  <a:pt x="0" y="183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271"/>
            </a:stretch>
          </a:blipFill>
        </p:spPr>
      </p:sp>
      <p:grpSp>
        <p:nvGrpSpPr>
          <p:cNvPr name="Group 8" id="8"/>
          <p:cNvGrpSpPr/>
          <p:nvPr/>
        </p:nvGrpSpPr>
        <p:grpSpPr>
          <a:xfrm rot="286552">
            <a:off x="3333910" y="718311"/>
            <a:ext cx="6101653" cy="8624245"/>
            <a:chOff x="0" y="0"/>
            <a:chExt cx="812800" cy="11488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148834"/>
            </a:xfrm>
            <a:custGeom>
              <a:avLst/>
              <a:gdLst/>
              <a:ahLst/>
              <a:cxnLst/>
              <a:rect r="r" b="b" t="t" l="l"/>
              <a:pathLst>
                <a:path h="114883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48834"/>
                  </a:lnTo>
                  <a:lnTo>
                    <a:pt x="0" y="1148834"/>
                  </a:lnTo>
                  <a:close/>
                </a:path>
              </a:pathLst>
            </a:custGeom>
            <a:blipFill>
              <a:blip r:embed="rId4"/>
              <a:stretch>
                <a:fillRect l="-88" t="0" r="-88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07915" y="2576109"/>
            <a:ext cx="6605026" cy="444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7"/>
              </a:lnSpc>
            </a:pPr>
            <a:r>
              <a:rPr lang="en-US" sz="9535" spc="-352" b="true">
                <a:solidFill>
                  <a:srgbClr val="43311A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One Page Business Case Report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25110" y="7408956"/>
            <a:ext cx="4549130" cy="35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  <a:spcBef>
                <a:spcPct val="0"/>
              </a:spcBef>
            </a:pPr>
            <a:r>
              <a:rPr lang="en-US" b="true" sz="203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PROFESSIONAL DOCS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E3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865" y="593699"/>
            <a:ext cx="16858270" cy="9099602"/>
            <a:chOff x="0" y="0"/>
            <a:chExt cx="4440038" cy="23966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0038" cy="2396603"/>
            </a:xfrm>
            <a:custGeom>
              <a:avLst/>
              <a:gdLst/>
              <a:ahLst/>
              <a:cxnLst/>
              <a:rect r="r" b="b" t="t" l="l"/>
              <a:pathLst>
                <a:path h="2396603" w="4440038">
                  <a:moveTo>
                    <a:pt x="9185" y="0"/>
                  </a:moveTo>
                  <a:lnTo>
                    <a:pt x="4430854" y="0"/>
                  </a:lnTo>
                  <a:cubicBezTo>
                    <a:pt x="4435926" y="0"/>
                    <a:pt x="4440038" y="4112"/>
                    <a:pt x="4440038" y="9185"/>
                  </a:cubicBezTo>
                  <a:lnTo>
                    <a:pt x="4440038" y="2387418"/>
                  </a:lnTo>
                  <a:cubicBezTo>
                    <a:pt x="4440038" y="2389854"/>
                    <a:pt x="4439071" y="2392190"/>
                    <a:pt x="4437348" y="2393913"/>
                  </a:cubicBezTo>
                  <a:cubicBezTo>
                    <a:pt x="4435626" y="2395635"/>
                    <a:pt x="4433289" y="2396603"/>
                    <a:pt x="4430854" y="2396603"/>
                  </a:cubicBezTo>
                  <a:lnTo>
                    <a:pt x="9185" y="2396603"/>
                  </a:lnTo>
                  <a:cubicBezTo>
                    <a:pt x="6749" y="2396603"/>
                    <a:pt x="4413" y="2395635"/>
                    <a:pt x="2690" y="2393913"/>
                  </a:cubicBezTo>
                  <a:cubicBezTo>
                    <a:pt x="968" y="2392190"/>
                    <a:pt x="0" y="2389854"/>
                    <a:pt x="0" y="2387418"/>
                  </a:cubicBezTo>
                  <a:lnTo>
                    <a:pt x="0" y="9185"/>
                  </a:lnTo>
                  <a:cubicBezTo>
                    <a:pt x="0" y="6749"/>
                    <a:pt x="968" y="4413"/>
                    <a:pt x="2690" y="2690"/>
                  </a:cubicBezTo>
                  <a:cubicBezTo>
                    <a:pt x="4413" y="968"/>
                    <a:pt x="6749" y="0"/>
                    <a:pt x="9185" y="0"/>
                  </a:cubicBezTo>
                  <a:close/>
                </a:path>
              </a:pathLst>
            </a:custGeom>
            <a:solidFill>
              <a:srgbClr val="FEFEFE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440038" cy="2415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77480" y="2482824"/>
            <a:ext cx="1153303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presentation template is free for everyone to use, thanks to the following: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77480" y="5260322"/>
            <a:ext cx="11533039" cy="314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this presentation template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77480" y="7317689"/>
            <a:ext cx="11533039" cy="314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the photos, graphics, and elements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08732" y="8479706"/>
            <a:ext cx="4070535" cy="49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904"/>
              </a:lnSpc>
            </a:pPr>
            <a:r>
              <a:rPr lang="en-US" b="true" sz="3200" spc="-160">
                <a:solidFill>
                  <a:srgbClr val="0F1A3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Happy designing!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69973" y="1434455"/>
            <a:ext cx="7348055" cy="84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99"/>
              </a:lnSpc>
            </a:pPr>
            <a:r>
              <a:rPr lang="en-US" b="true" sz="6399" spc="-319">
                <a:solidFill>
                  <a:srgbClr val="0F1A3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Credits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04582" y="6517589"/>
            <a:ext cx="827883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0"/>
              </a:lnSpc>
            </a:pPr>
            <a:r>
              <a:rPr lang="en-US" b="true" sz="4500">
                <a:solidFill>
                  <a:srgbClr val="0F1A3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Pexels, Pixabay, Sketchify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334098" y="3655346"/>
            <a:ext cx="5619805" cy="1404951"/>
          </a:xfrm>
          <a:custGeom>
            <a:avLst/>
            <a:gdLst/>
            <a:ahLst/>
            <a:cxnLst/>
            <a:rect r="r" b="b" t="t" l="l"/>
            <a:pathLst>
              <a:path h="1404951" w="5619805">
                <a:moveTo>
                  <a:pt x="0" y="0"/>
                </a:moveTo>
                <a:lnTo>
                  <a:pt x="5619804" y="0"/>
                </a:lnTo>
                <a:lnTo>
                  <a:pt x="5619804" y="1404951"/>
                </a:lnTo>
                <a:lnTo>
                  <a:pt x="0" y="14049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DAHEBujgHEE</dc:identifier>
  <dcterms:modified xsi:type="dcterms:W3CDTF">2011-08-01T06:04:30Z</dcterms:modified>
  <cp:revision>1</cp:revision>
  <dc:title>One Page Business Case Reportのコピー</dc:title>
</cp:coreProperties>
</file>